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92" d="100"/>
          <a:sy n="92" d="100"/>
        </p:scale>
        <p:origin x="9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BA6C98-8A63-92AE-D13C-9F014CC1EB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C17AC7-56EE-707E-5705-2D379A7C6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0D345D-B6E1-8ACE-DFF4-4B89956CA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8692-B940-4B99-85B4-AC14632E110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A7F307-60E0-02DD-DD7E-E44A34BE0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581D4D-4E0A-2213-A5B3-6CDF6BAC6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8CA4B-2A10-4F99-A563-A30111B12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811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4DAE4B-08E2-76E9-F9DE-80BA7B590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F3D605-E6D7-43AC-8125-EA3F26F3D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910932-A3CA-5DE7-3B77-B60946656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8692-B940-4B99-85B4-AC14632E110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7260B8-59E2-27C6-74A8-0ADE4DB76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AEF88-EF54-D0A4-B0EF-BACA889C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8CA4B-2A10-4F99-A563-A30111B12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887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4158F9-0D07-6FBB-BF9C-8118413C8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1AC70B-39BB-04E9-29C4-C31563D9F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018B12-A131-0185-EB96-8CC6D8019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8692-B940-4B99-85B4-AC14632E110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47AEC5-3489-2111-A03A-753B47C55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3391DE-2167-F49F-67F2-11410ACFD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8CA4B-2A10-4F99-A563-A30111B12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5828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3CC3A8-6C7D-27CB-A5D4-A4BC776BE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119884-9C7F-5B49-3E21-6FD58E91E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67C93E-74B4-182D-7BAA-9B653FAEA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05FF81-7FE3-B0EC-CB24-61800957C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8692-B940-4B99-85B4-AC14632E110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8BEEDE-B563-40E9-8306-F45E53DD5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582ABA-73F1-F7A7-9F2F-256B0079E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8CA4B-2A10-4F99-A563-A30111B12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64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0959CA-3D00-9DD9-AC7F-B3EE4E7BC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380B87-9B9E-57D5-4031-C66DF877D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61A231-D62B-47F1-3A6A-79E7CB9E6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FFFC97C-E82C-FDC3-B884-A68994331C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548511C-5C56-0186-F876-BA472DB913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41A7C06-FDFA-FB3D-55EE-B53D9A41B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8692-B940-4B99-85B4-AC14632E110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1A1145E-3537-A8D9-19BA-33BB398F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CB4C45F-3A4D-C118-ECEE-4ABB8D0B4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8CA4B-2A10-4F99-A563-A30111B12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662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6B9B95-B7B2-4605-8084-65D5319A4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6E07B8D-39CA-51B3-E523-F543EFB17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8692-B940-4B99-85B4-AC14632E110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A07891-F510-34CF-CEF6-FFF1FD510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9B2478-96A1-037C-A0EF-4A86A567C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8CA4B-2A10-4F99-A563-A30111B12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465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50F1C5B-3369-7206-105D-AB47E347F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8692-B940-4B99-85B4-AC14632E110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17614D1-844E-9CD0-A4CC-6B03E95DE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18A9FD-488C-CEFA-CF32-A8F0F6E9B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8CA4B-2A10-4F99-A563-A30111B12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281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3DA3B-8748-3DF4-7EAD-8383B7C24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0C9C15-EE00-247B-CDF6-03DA08D64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183764-5E26-E1AB-EA3B-EDA523A35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F8AEBD-9C7D-26DB-C4F1-934AEF50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8692-B940-4B99-85B4-AC14632E110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0CC25B-F666-9039-9A6B-4C28AD6C0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BEBC75-1B5C-446E-6D5E-9C3684AC9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8CA4B-2A10-4F99-A563-A30111B12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56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4FA884-0274-D96D-8269-F663B6E85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C6A44E9-E841-4AD9-7040-99F5848FC9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13CB45-47B1-2DAC-4CDF-3C7C14A82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8FE463-0E02-38A9-253E-7008C51B2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8692-B940-4B99-85B4-AC14632E110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801DE5-8E28-3FE2-F95F-A51C18664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14CD20-A7D9-6628-C7D7-9E75DFDC5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8CA4B-2A10-4F99-A563-A30111B12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3385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F4EDC8-AFA3-EA34-DE50-37907F602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8CA083-CE54-967C-D41F-9433AB2E5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CD27B0-F486-0E58-71E8-71D2BCE7A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8692-B940-4B99-85B4-AC14632E110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80AD59-72A2-6221-82BA-9393F379A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1DFB2D-AA5C-4884-D07A-35C745CB3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8CA4B-2A10-4F99-A563-A30111B12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548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B58DF6D-C253-9504-7A08-33C19DE36D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AAD54A-C532-DEDA-EA83-63D7D350B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714841-937D-C870-C664-85B022ECE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8692-B940-4B99-85B4-AC14632E110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7CD7AF-7C19-D822-F56F-893D4BFFC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FCFA44-E8DC-17DD-FEED-A3571C1E7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8CA4B-2A10-4F99-A563-A30111B12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870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A1E3559-6BB6-EDEF-E56F-1B585EE22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75E494-21D0-C541-43E2-0984C498A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C7AA6F-286E-A204-0F72-4F629A54D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DA8692-B940-4B99-85B4-AC14632E110A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7F56F9-7FE5-4E9D-16ED-747634A37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8E0BFF-01D0-1665-BF13-3BA7F4711C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78CA4B-2A10-4F99-A563-A30111B12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821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E4658FE2-91DD-B95F-9DAB-C2D8437F46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F01B11-08B8-0FAE-7315-796677106E85}"/>
              </a:ext>
            </a:extLst>
          </p:cNvPr>
          <p:cNvSpPr txBox="1"/>
          <p:nvPr/>
        </p:nvSpPr>
        <p:spPr>
          <a:xfrm>
            <a:off x="1643698" y="820882"/>
            <a:ext cx="78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DO</a:t>
            </a:r>
            <a:endParaRPr lang="ko-KR" altLang="en-US" dirty="0"/>
          </a:p>
        </p:txBody>
      </p:sp>
      <p:pic>
        <p:nvPicPr>
          <p:cNvPr id="8" name="그림 7" descr="전자제품, 전자 공학, 전자 부품, 컴퓨터 하드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850F89-2EE1-F1B2-6DD5-1295AF1CF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1776" y="1552791"/>
            <a:ext cx="3054928" cy="407323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680B9EA-58D4-978D-47D8-F009267CF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296" y="1442091"/>
            <a:ext cx="5919267" cy="397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36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18B668-5B6A-A82E-F432-6FE4698DF441}"/>
              </a:ext>
            </a:extLst>
          </p:cNvPr>
          <p:cNvSpPr txBox="1"/>
          <p:nvPr/>
        </p:nvSpPr>
        <p:spPr>
          <a:xfrm>
            <a:off x="1643698" y="820882"/>
            <a:ext cx="78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DI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3EA07B7-5614-32B5-C345-A2A4F02B5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176" y="1441450"/>
            <a:ext cx="3209925" cy="43815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1C2AF3C-7CAA-976A-9981-65150CCF9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660" y="1674691"/>
            <a:ext cx="5618277" cy="370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8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87BCD1-DED8-4480-85FC-4317C8E33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CD4E66-9C21-D6C1-AD75-23C16A866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1670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75A6E0-0E39-B3FF-DCD1-BB76BBDBF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DDF06A-0487-611E-5CE3-B4CB25A9E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197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E63CEF-E61F-29BA-5FF0-CAC17054A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5E0756-E8D5-C3BF-E06D-B51DEFB20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3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</Words>
  <Application>Microsoft Office PowerPoint</Application>
  <PresentationFormat>와이드스크린</PresentationFormat>
  <Paragraphs>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 상욱</dc:creator>
  <cp:lastModifiedBy>정 상욱</cp:lastModifiedBy>
  <cp:revision>2</cp:revision>
  <dcterms:created xsi:type="dcterms:W3CDTF">2026-03-17T05:01:52Z</dcterms:created>
  <dcterms:modified xsi:type="dcterms:W3CDTF">2026-03-18T08:16:29Z</dcterms:modified>
</cp:coreProperties>
</file>